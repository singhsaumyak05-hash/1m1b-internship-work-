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Wingdings 3" panose="05040102010807070707" pitchFamily="18" charset="2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aleway" panose="020B0604020202020204" charset="0"/>
      <p:regular r:id="rId15"/>
    </p:embeddedFont>
    <p:embeddedFont>
      <p:font typeface="Roboto Bold" panose="020B0604020202020204" charset="0"/>
      <p:regular r:id="rId16"/>
    </p:embeddedFont>
    <p:embeddedFont>
      <p:font typeface="Roboto" panose="020B0604020202020204" charset="0"/>
      <p:regular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981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101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198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806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6714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35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4404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44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593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104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5365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86084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481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58203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635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6942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8178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50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5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-3-4.svg"/><Relationship Id="rId5" Type="http://schemas.openxmlformats.org/officeDocument/2006/relationships/image" Target="../media/image4.pn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5.svg"/><Relationship Id="rId3" Type="http://schemas.openxmlformats.org/officeDocument/2006/relationships/image" Target="../media/image7.jpeg"/><Relationship Id="rId7" Type="http://schemas.openxmlformats.org/officeDocument/2006/relationships/image" Target="../media/image-5-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-5-3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Smart Waste Segregation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4"/>
            <a:ext cx="6296860" cy="192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student project to real-world impact — aligning our team on next steps and ownership</a:t>
            </a:r>
            <a:r>
              <a:rPr lang="en-US" sz="1450" dirty="0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rgbClr val="3C3939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1M1B  INTERNSHIP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NAME :SAUMYA SINGH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 smtClean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COLLEGE ACCURATE INSTITUTE OF MANAGEMENT AND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177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8091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Contamination Crisis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365202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Improper waste segregation contaminates recyclables at the source — turning recoverable materials into landfill burden.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880916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Guidance at the Point of Disposal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3660477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lack simple, accessible tools to know what goes where. The result: confusion, avoidance, and preventable waste.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22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9009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&amp; Text Classification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assistant classifies waste from a photo or a simple item description — no expertise required.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63135" y="29009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Disposal Guidance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Instant, actionable advice on how to dispose of or recycle each item responsibly.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64794" y="29009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096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Awareness &amp; Habit Change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0183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Builds long-term responsible waste management habits across students and communities.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27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761430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518528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Disposal Advice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518528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Classification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67137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 Item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7628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simple, three-step flow that any user can complete in seconds — no technical knowledge required.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5064"/>
            <a:ext cx="6931050" cy="39276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0659" y="716359"/>
            <a:ext cx="3555812" cy="97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 &amp; Alignment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80659" y="1840409"/>
            <a:ext cx="3555812" cy="11893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32371" y="2015927"/>
            <a:ext cx="3128587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🌍</a:t>
            </a: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Environmental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232371" y="2396430"/>
            <a:ext cx="312858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segregation drives more recycling and dramatically reduces contamination.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80659" y="3159323"/>
            <a:ext cx="3555812" cy="14182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32371" y="3334841"/>
            <a:ext cx="3128587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🤝</a:t>
            </a: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Social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232371" y="3715345"/>
            <a:ext cx="312858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awareness and supports responsible disposal habits at community scale.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980659" y="4707136"/>
            <a:ext cx="3555812" cy="14182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32371" y="4882654"/>
            <a:ext cx="3128587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SDG Alignment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232371" y="5263158"/>
            <a:ext cx="312858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Directly supports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SDG 12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(Responsible Consumption) and contributes to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SDG 11 &amp; 13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5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 &amp; Owners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952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workstream needs a named owner. Use this card to assign accountability before the next sync.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10271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Workstream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Key Action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Owner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Prototype Refinement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accuracy across diverse waste types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 Owner needed ]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Privacy &amp; Safety Review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Implement responsible AI safeguards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 Owner needed ]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User Testing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Validate with students and communities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 Owner needed ]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Deployment Planning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Define rollout strategy and milestones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 Owner needed ]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575498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843191"/>
            <a:ext cx="236234" cy="189012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1275723" y="581173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owners in your next team meeting. Unowned workstreams stall progress.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Responsible AI Principles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⚖️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Fairness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the model across diverse waste types and geographies to prevent classification bias.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1458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🔍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Transparency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AI classifications clearly so users understand and trust the guidance they receive.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Privacy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 personal data collection — images should be processed without unnecessary retention.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🛡️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Safety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Flag low-confidence items for manual verification to prevent harmful disposal advice.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371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Wingdings 3</vt:lpstr>
      <vt:lpstr>Calibri</vt:lpstr>
      <vt:lpstr>Raleway</vt:lpstr>
      <vt:lpstr>Roboto Bold</vt:lpstr>
      <vt:lpstr>Roboto</vt:lpstr>
      <vt:lpstr>Arial</vt:lpstr>
      <vt:lpstr>Trebuchet MS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2</cp:revision>
  <dcterms:created xsi:type="dcterms:W3CDTF">2026-09-14T06:40:52Z</dcterms:created>
  <dcterms:modified xsi:type="dcterms:W3CDTF">2026-09-14T06:43:43Z</dcterms:modified>
</cp:coreProperties>
</file>